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1356" y="1550978"/>
            <a:ext cx="8061325" cy="10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262626"/>
                </a:solidFill>
                <a:latin typeface="Aileron SemiBold"/>
                <a:cs typeface="Aileron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0600" y="9629080"/>
            <a:ext cx="24155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62626"/>
                </a:solidFill>
                <a:latin typeface="Aileron"/>
                <a:cs typeface="Aileron"/>
              </a:rPr>
              <a:t>muhammad</a:t>
            </a:r>
            <a:r>
              <a:rPr dirty="0" sz="2000" spc="-110">
                <a:solidFill>
                  <a:srgbClr val="262626"/>
                </a:solidFill>
                <a:latin typeface="Aileron"/>
                <a:cs typeface="Aileron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"/>
                <a:cs typeface="Aileron"/>
              </a:rPr>
              <a:t>shaamel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05787" y="9631366"/>
            <a:ext cx="12109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262626"/>
                </a:solidFill>
                <a:latin typeface="Aileron"/>
                <a:cs typeface="Aileron"/>
              </a:rPr>
              <a:t>6/21/2026</a:t>
            </a:r>
            <a:endParaRPr sz="2000">
              <a:latin typeface="Aileron"/>
              <a:cs typeface="Ailero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857" y="9549007"/>
            <a:ext cx="5505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25" b="1">
                <a:solidFill>
                  <a:srgbClr val="F2620F"/>
                </a:solidFill>
                <a:latin typeface="Aileron Black"/>
                <a:cs typeface="Aileron Black"/>
              </a:rPr>
              <a:t>15.</a:t>
            </a:r>
            <a:endParaRPr sz="2600">
              <a:latin typeface="Aileron Black"/>
              <a:cs typeface="Aileron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74079" y="5500425"/>
            <a:ext cx="3870325" cy="2339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6426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Prioritize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the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spc="-10" b="1">
                <a:solidFill>
                  <a:srgbClr val="262626"/>
                </a:solidFill>
                <a:latin typeface="Aileron Bold"/>
                <a:cs typeface="Aileron Bold"/>
              </a:rPr>
              <a:t>right </a:t>
            </a:r>
            <a:r>
              <a:rPr dirty="0" sz="2600" spc="-10" b="1">
                <a:solidFill>
                  <a:srgbClr val="262626"/>
                </a:solidFill>
                <a:latin typeface="Aileron Bold"/>
                <a:cs typeface="Aileron Bold"/>
              </a:rPr>
              <a:t>opportunities</a:t>
            </a:r>
            <a:endParaRPr sz="2600">
              <a:latin typeface="Aileron Bold"/>
              <a:cs typeface="Aileron Bold"/>
            </a:endParaRPr>
          </a:p>
          <a:p>
            <a:pPr marL="228600" marR="5080" indent="-216535">
              <a:lnSpc>
                <a:spcPct val="100000"/>
              </a:lnSpc>
              <a:spcBef>
                <a:spcPts val="188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Invest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time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in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prospects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that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clear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demand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meet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ﬁt</a:t>
            </a:r>
            <a:r>
              <a:rPr dirty="0" sz="2000" spc="-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thresholds.</a:t>
            </a:r>
            <a:endParaRPr sz="2000">
              <a:latin typeface="Aileron Light"/>
              <a:cs typeface="Aileron Light"/>
            </a:endParaRPr>
          </a:p>
          <a:p>
            <a:pPr marL="228600" marR="66675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Do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not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force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weak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deals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forward;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walk</a:t>
            </a:r>
            <a:r>
              <a:rPr dirty="0" sz="2000" spc="-4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away</a:t>
            </a:r>
            <a:r>
              <a:rPr dirty="0" sz="2000" spc="-4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dirty="0" sz="2000" spc="-3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reallocate</a:t>
            </a:r>
            <a:r>
              <a:rPr dirty="0" sz="2000" spc="-4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time.</a:t>
            </a:r>
            <a:endParaRPr sz="2000">
              <a:latin typeface="Aileron Light"/>
              <a:cs typeface="Aileron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67341" y="5500489"/>
            <a:ext cx="3726179" cy="224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Qualify</a:t>
            </a:r>
            <a:r>
              <a:rPr dirty="0" sz="2600" spc="-4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with</a:t>
            </a:r>
            <a:r>
              <a:rPr dirty="0" sz="2600" spc="-4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spc="-10" b="1">
                <a:solidFill>
                  <a:srgbClr val="262626"/>
                </a:solidFill>
                <a:latin typeface="Aileron Bold"/>
                <a:cs typeface="Aileron Bold"/>
              </a:rPr>
              <a:t>honesty</a:t>
            </a:r>
            <a:endParaRPr sz="2600">
              <a:latin typeface="Aileron Bold"/>
              <a:cs typeface="Aileron Bold"/>
            </a:endParaRPr>
          </a:p>
          <a:p>
            <a:pPr marL="228600" marR="988060" indent="-216535">
              <a:lnSpc>
                <a:spcPct val="100000"/>
              </a:lnSpc>
              <a:spcBef>
                <a:spcPts val="188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Treat</a:t>
            </a:r>
            <a:r>
              <a:rPr dirty="0" sz="2000" spc="-4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every</a:t>
            </a:r>
            <a:r>
              <a:rPr dirty="0" sz="2000" spc="-4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gate</a:t>
            </a:r>
            <a:r>
              <a:rPr dirty="0" sz="2000" spc="-4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as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evidence-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based,</a:t>
            </a:r>
            <a:r>
              <a:rPr dirty="0" sz="2000" spc="-3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not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50">
                <a:solidFill>
                  <a:srgbClr val="262626"/>
                </a:solidFill>
                <a:latin typeface="Aileron Light"/>
                <a:cs typeface="Aileron Light"/>
              </a:rPr>
              <a:t>a 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box-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checking</a:t>
            </a:r>
            <a:r>
              <a:rPr dirty="0" sz="2000" spc="-5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exercise.</a:t>
            </a:r>
            <a:endParaRPr sz="2000">
              <a:latin typeface="Aileron Light"/>
              <a:cs typeface="Aileron Light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If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gate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fails,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go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back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ﬁx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the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missing</a:t>
            </a:r>
            <a:r>
              <a:rPr dirty="0" sz="2000" spc="-7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condition.</a:t>
            </a:r>
            <a:endParaRPr sz="2000">
              <a:latin typeface="Aileron Light"/>
              <a:cs typeface="Aileron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0600" y="5500489"/>
            <a:ext cx="3917950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Work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one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deal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at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b="1">
                <a:solidFill>
                  <a:srgbClr val="262626"/>
                </a:solidFill>
                <a:latin typeface="Aileron Bold"/>
                <a:cs typeface="Aileron Bold"/>
              </a:rPr>
              <a:t>a</a:t>
            </a:r>
            <a:r>
              <a:rPr dirty="0" sz="2600" spc="-15" b="1">
                <a:solidFill>
                  <a:srgbClr val="262626"/>
                </a:solidFill>
                <a:latin typeface="Aileron Bold"/>
                <a:cs typeface="Aileron Bold"/>
              </a:rPr>
              <a:t> </a:t>
            </a:r>
            <a:r>
              <a:rPr dirty="0" sz="2600" spc="-20" b="1">
                <a:solidFill>
                  <a:srgbClr val="262626"/>
                </a:solidFill>
                <a:latin typeface="Aileron Bold"/>
                <a:cs typeface="Aileron Bold"/>
              </a:rPr>
              <a:t>time</a:t>
            </a:r>
            <a:endParaRPr sz="2600">
              <a:latin typeface="Aileron Bold"/>
              <a:cs typeface="Aileron Bold"/>
            </a:endParaRPr>
          </a:p>
          <a:p>
            <a:pPr marL="228600" marR="233679" indent="-216535">
              <a:lnSpc>
                <a:spcPct val="100000"/>
              </a:lnSpc>
              <a:spcBef>
                <a:spcPts val="188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Reset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per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prospect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run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the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stages</a:t>
            </a:r>
            <a:r>
              <a:rPr dirty="0" sz="2000" spc="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end-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to-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end,</a:t>
            </a:r>
            <a:r>
              <a:rPr dirty="0" sz="2000" spc="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consistently.</a:t>
            </a:r>
            <a:endParaRPr sz="2000">
              <a:latin typeface="Aileron Light"/>
              <a:cs typeface="Aileron Light"/>
            </a:endParaRPr>
          </a:p>
          <a:p>
            <a:pPr marL="228600" marR="5080" indent="-216535">
              <a:lnSpc>
                <a:spcPct val="100000"/>
              </a:lnSpc>
              <a:spcBef>
                <a:spcPts val="500"/>
              </a:spcBef>
              <a:buFont typeface="Times New Roman"/>
              <a:buChar char="•"/>
              <a:tabLst>
                <a:tab pos="228600" algn="l"/>
              </a:tabLst>
            </a:pP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Use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the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same</a:t>
            </a:r>
            <a:r>
              <a:rPr dirty="0" sz="2000" spc="-1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device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and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browser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so</a:t>
            </a:r>
            <a:r>
              <a:rPr dirty="0" sz="2000" spc="-25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local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deal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>
                <a:solidFill>
                  <a:srgbClr val="262626"/>
                </a:solidFill>
                <a:latin typeface="Aileron Light"/>
                <a:cs typeface="Aileron Light"/>
              </a:rPr>
              <a:t>notes</a:t>
            </a:r>
            <a:r>
              <a:rPr dirty="0" sz="2000" spc="-20">
                <a:solidFill>
                  <a:srgbClr val="262626"/>
                </a:solidFill>
                <a:latin typeface="Aileron Light"/>
                <a:cs typeface="Aileron Light"/>
              </a:rPr>
              <a:t> </a:t>
            </a:r>
            <a:r>
              <a:rPr dirty="0" sz="2000" spc="-10">
                <a:solidFill>
                  <a:srgbClr val="262626"/>
                </a:solidFill>
                <a:latin typeface="Aileron Light"/>
                <a:cs typeface="Aileron Light"/>
              </a:rPr>
              <a:t>persist.</a:t>
            </a:r>
            <a:endParaRPr sz="2000">
              <a:latin typeface="Aileron Light"/>
              <a:cs typeface="Aileron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5063" y="4424794"/>
            <a:ext cx="451688" cy="7166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180043" y="4423728"/>
            <a:ext cx="720090" cy="720090"/>
            <a:chOff x="8180043" y="4423728"/>
            <a:chExt cx="720090" cy="720090"/>
          </a:xfrm>
        </p:grpSpPr>
        <p:sp>
          <p:nvSpPr>
            <p:cNvPr id="10" name="object 10"/>
            <p:cNvSpPr/>
            <p:nvPr/>
          </p:nvSpPr>
          <p:spPr>
            <a:xfrm>
              <a:off x="8180032" y="4423739"/>
              <a:ext cx="720090" cy="720090"/>
            </a:xfrm>
            <a:custGeom>
              <a:avLst/>
              <a:gdLst/>
              <a:ahLst/>
              <a:cxnLst/>
              <a:rect l="l" t="t" r="r" b="b"/>
              <a:pathLst>
                <a:path w="720090" h="720089">
                  <a:moveTo>
                    <a:pt x="255498" y="609092"/>
                  </a:moveTo>
                  <a:lnTo>
                    <a:pt x="250291" y="603897"/>
                  </a:lnTo>
                  <a:lnTo>
                    <a:pt x="232257" y="603897"/>
                  </a:lnTo>
                  <a:lnTo>
                    <a:pt x="232257" y="627126"/>
                  </a:lnTo>
                  <a:lnTo>
                    <a:pt x="232257" y="696810"/>
                  </a:lnTo>
                  <a:lnTo>
                    <a:pt x="23215" y="696810"/>
                  </a:lnTo>
                  <a:lnTo>
                    <a:pt x="23215" y="627126"/>
                  </a:lnTo>
                  <a:lnTo>
                    <a:pt x="232257" y="627126"/>
                  </a:lnTo>
                  <a:lnTo>
                    <a:pt x="232257" y="603897"/>
                  </a:lnTo>
                  <a:lnTo>
                    <a:pt x="220649" y="603897"/>
                  </a:lnTo>
                  <a:lnTo>
                    <a:pt x="220649" y="487768"/>
                  </a:lnTo>
                  <a:lnTo>
                    <a:pt x="217233" y="468147"/>
                  </a:lnTo>
                  <a:lnTo>
                    <a:pt x="208622" y="452920"/>
                  </a:lnTo>
                  <a:lnTo>
                    <a:pt x="207772" y="451408"/>
                  </a:lnTo>
                  <a:lnTo>
                    <a:pt x="197421" y="442239"/>
                  </a:lnTo>
                  <a:lnTo>
                    <a:pt x="197421" y="487768"/>
                  </a:lnTo>
                  <a:lnTo>
                    <a:pt x="197421" y="603897"/>
                  </a:lnTo>
                  <a:lnTo>
                    <a:pt x="58064" y="603897"/>
                  </a:lnTo>
                  <a:lnTo>
                    <a:pt x="58064" y="487768"/>
                  </a:lnTo>
                  <a:lnTo>
                    <a:pt x="60807" y="474218"/>
                  </a:lnTo>
                  <a:lnTo>
                    <a:pt x="68287" y="463143"/>
                  </a:lnTo>
                  <a:lnTo>
                    <a:pt x="79362" y="455663"/>
                  </a:lnTo>
                  <a:lnTo>
                    <a:pt x="92900" y="452920"/>
                  </a:lnTo>
                  <a:lnTo>
                    <a:pt x="112344" y="452920"/>
                  </a:lnTo>
                  <a:lnTo>
                    <a:pt x="92405" y="522706"/>
                  </a:lnTo>
                  <a:lnTo>
                    <a:pt x="92964" y="526224"/>
                  </a:lnTo>
                  <a:lnTo>
                    <a:pt x="118071" y="563892"/>
                  </a:lnTo>
                  <a:lnTo>
                    <a:pt x="120243" y="567118"/>
                  </a:lnTo>
                  <a:lnTo>
                    <a:pt x="123863" y="569061"/>
                  </a:lnTo>
                  <a:lnTo>
                    <a:pt x="131622" y="569061"/>
                  </a:lnTo>
                  <a:lnTo>
                    <a:pt x="135242" y="567118"/>
                  </a:lnTo>
                  <a:lnTo>
                    <a:pt x="155663" y="536511"/>
                  </a:lnTo>
                  <a:lnTo>
                    <a:pt x="162521" y="526224"/>
                  </a:lnTo>
                  <a:lnTo>
                    <a:pt x="163068" y="522706"/>
                  </a:lnTo>
                  <a:lnTo>
                    <a:pt x="151904" y="483590"/>
                  </a:lnTo>
                  <a:lnTo>
                    <a:pt x="143141" y="452920"/>
                  </a:lnTo>
                  <a:lnTo>
                    <a:pt x="162585" y="452920"/>
                  </a:lnTo>
                  <a:lnTo>
                    <a:pt x="176136" y="455663"/>
                  </a:lnTo>
                  <a:lnTo>
                    <a:pt x="187210" y="463143"/>
                  </a:lnTo>
                  <a:lnTo>
                    <a:pt x="194691" y="474218"/>
                  </a:lnTo>
                  <a:lnTo>
                    <a:pt x="197421" y="487768"/>
                  </a:lnTo>
                  <a:lnTo>
                    <a:pt x="197421" y="442239"/>
                  </a:lnTo>
                  <a:lnTo>
                    <a:pt x="193471" y="438734"/>
                  </a:lnTo>
                  <a:lnTo>
                    <a:pt x="175552" y="431279"/>
                  </a:lnTo>
                  <a:lnTo>
                    <a:pt x="176720" y="429704"/>
                  </a:lnTo>
                  <a:lnTo>
                    <a:pt x="182270" y="422198"/>
                  </a:lnTo>
                  <a:lnTo>
                    <a:pt x="187325" y="412013"/>
                  </a:lnTo>
                  <a:lnTo>
                    <a:pt x="190512" y="400900"/>
                  </a:lnTo>
                  <a:lnTo>
                    <a:pt x="191617" y="389051"/>
                  </a:lnTo>
                  <a:lnTo>
                    <a:pt x="186601" y="364210"/>
                  </a:lnTo>
                  <a:lnTo>
                    <a:pt x="175933" y="348399"/>
                  </a:lnTo>
                  <a:lnTo>
                    <a:pt x="172897" y="343903"/>
                  </a:lnTo>
                  <a:lnTo>
                    <a:pt x="168389" y="340868"/>
                  </a:lnTo>
                  <a:lnTo>
                    <a:pt x="168389" y="389051"/>
                  </a:lnTo>
                  <a:lnTo>
                    <a:pt x="165188" y="404863"/>
                  </a:lnTo>
                  <a:lnTo>
                    <a:pt x="156476" y="417779"/>
                  </a:lnTo>
                  <a:lnTo>
                    <a:pt x="143560" y="426504"/>
                  </a:lnTo>
                  <a:lnTo>
                    <a:pt x="138341" y="427570"/>
                  </a:lnTo>
                  <a:lnTo>
                    <a:pt x="138341" y="520636"/>
                  </a:lnTo>
                  <a:lnTo>
                    <a:pt x="127749" y="536511"/>
                  </a:lnTo>
                  <a:lnTo>
                    <a:pt x="117157" y="520636"/>
                  </a:lnTo>
                  <a:lnTo>
                    <a:pt x="127749" y="483590"/>
                  </a:lnTo>
                  <a:lnTo>
                    <a:pt x="138341" y="520636"/>
                  </a:lnTo>
                  <a:lnTo>
                    <a:pt x="138341" y="427570"/>
                  </a:lnTo>
                  <a:lnTo>
                    <a:pt x="99021" y="417779"/>
                  </a:lnTo>
                  <a:lnTo>
                    <a:pt x="87096" y="389051"/>
                  </a:lnTo>
                  <a:lnTo>
                    <a:pt x="90297" y="373240"/>
                  </a:lnTo>
                  <a:lnTo>
                    <a:pt x="99021" y="360324"/>
                  </a:lnTo>
                  <a:lnTo>
                    <a:pt x="111950" y="351599"/>
                  </a:lnTo>
                  <a:lnTo>
                    <a:pt x="127749" y="348399"/>
                  </a:lnTo>
                  <a:lnTo>
                    <a:pt x="143560" y="351599"/>
                  </a:lnTo>
                  <a:lnTo>
                    <a:pt x="156476" y="360324"/>
                  </a:lnTo>
                  <a:lnTo>
                    <a:pt x="165188" y="373240"/>
                  </a:lnTo>
                  <a:lnTo>
                    <a:pt x="168389" y="389051"/>
                  </a:lnTo>
                  <a:lnTo>
                    <a:pt x="168389" y="340868"/>
                  </a:lnTo>
                  <a:lnTo>
                    <a:pt x="152590" y="330200"/>
                  </a:lnTo>
                  <a:lnTo>
                    <a:pt x="127749" y="325170"/>
                  </a:lnTo>
                  <a:lnTo>
                    <a:pt x="102908" y="330200"/>
                  </a:lnTo>
                  <a:lnTo>
                    <a:pt x="82600" y="343903"/>
                  </a:lnTo>
                  <a:lnTo>
                    <a:pt x="68897" y="364210"/>
                  </a:lnTo>
                  <a:lnTo>
                    <a:pt x="63868" y="389051"/>
                  </a:lnTo>
                  <a:lnTo>
                    <a:pt x="64985" y="400900"/>
                  </a:lnTo>
                  <a:lnTo>
                    <a:pt x="68173" y="412013"/>
                  </a:lnTo>
                  <a:lnTo>
                    <a:pt x="73228" y="422198"/>
                  </a:lnTo>
                  <a:lnTo>
                    <a:pt x="79946" y="431279"/>
                  </a:lnTo>
                  <a:lnTo>
                    <a:pt x="62026" y="438734"/>
                  </a:lnTo>
                  <a:lnTo>
                    <a:pt x="47739" y="451408"/>
                  </a:lnTo>
                  <a:lnTo>
                    <a:pt x="38265" y="468147"/>
                  </a:lnTo>
                  <a:lnTo>
                    <a:pt x="34836" y="487768"/>
                  </a:lnTo>
                  <a:lnTo>
                    <a:pt x="34836" y="603897"/>
                  </a:lnTo>
                  <a:lnTo>
                    <a:pt x="5194" y="603897"/>
                  </a:lnTo>
                  <a:lnTo>
                    <a:pt x="0" y="609092"/>
                  </a:lnTo>
                  <a:lnTo>
                    <a:pt x="0" y="714844"/>
                  </a:lnTo>
                  <a:lnTo>
                    <a:pt x="5194" y="720039"/>
                  </a:lnTo>
                  <a:lnTo>
                    <a:pt x="250291" y="720039"/>
                  </a:lnTo>
                  <a:lnTo>
                    <a:pt x="255498" y="714844"/>
                  </a:lnTo>
                  <a:lnTo>
                    <a:pt x="255498" y="696810"/>
                  </a:lnTo>
                  <a:lnTo>
                    <a:pt x="255498" y="627126"/>
                  </a:lnTo>
                  <a:lnTo>
                    <a:pt x="255498" y="609092"/>
                  </a:lnTo>
                  <a:close/>
                </a:path>
                <a:path w="720090" h="720089">
                  <a:moveTo>
                    <a:pt x="534225" y="603897"/>
                  </a:moveTo>
                  <a:lnTo>
                    <a:pt x="511352" y="557974"/>
                  </a:lnTo>
                  <a:lnTo>
                    <a:pt x="511009" y="557796"/>
                  </a:lnTo>
                  <a:lnTo>
                    <a:pt x="511009" y="603897"/>
                  </a:lnTo>
                  <a:lnTo>
                    <a:pt x="511009" y="696810"/>
                  </a:lnTo>
                  <a:lnTo>
                    <a:pt x="394868" y="696810"/>
                  </a:lnTo>
                  <a:lnTo>
                    <a:pt x="394868" y="603897"/>
                  </a:lnTo>
                  <a:lnTo>
                    <a:pt x="397611" y="590359"/>
                  </a:lnTo>
                  <a:lnTo>
                    <a:pt x="405079" y="579285"/>
                  </a:lnTo>
                  <a:lnTo>
                    <a:pt x="416153" y="571804"/>
                  </a:lnTo>
                  <a:lnTo>
                    <a:pt x="429704" y="569061"/>
                  </a:lnTo>
                  <a:lnTo>
                    <a:pt x="436816" y="569061"/>
                  </a:lnTo>
                  <a:lnTo>
                    <a:pt x="417550" y="626859"/>
                  </a:lnTo>
                  <a:lnTo>
                    <a:pt x="418045" y="630580"/>
                  </a:lnTo>
                  <a:lnTo>
                    <a:pt x="420052" y="633564"/>
                  </a:lnTo>
                  <a:lnTo>
                    <a:pt x="445427" y="671639"/>
                  </a:lnTo>
                  <a:lnTo>
                    <a:pt x="449059" y="673582"/>
                  </a:lnTo>
                  <a:lnTo>
                    <a:pt x="456819" y="673582"/>
                  </a:lnTo>
                  <a:lnTo>
                    <a:pt x="460438" y="671639"/>
                  </a:lnTo>
                  <a:lnTo>
                    <a:pt x="480834" y="641032"/>
                  </a:lnTo>
                  <a:lnTo>
                    <a:pt x="487807" y="630580"/>
                  </a:lnTo>
                  <a:lnTo>
                    <a:pt x="488315" y="626859"/>
                  </a:lnTo>
                  <a:lnTo>
                    <a:pt x="477418" y="594169"/>
                  </a:lnTo>
                  <a:lnTo>
                    <a:pt x="469061" y="569061"/>
                  </a:lnTo>
                  <a:lnTo>
                    <a:pt x="476161" y="569061"/>
                  </a:lnTo>
                  <a:lnTo>
                    <a:pt x="489712" y="571804"/>
                  </a:lnTo>
                  <a:lnTo>
                    <a:pt x="500786" y="579285"/>
                  </a:lnTo>
                  <a:lnTo>
                    <a:pt x="508266" y="590359"/>
                  </a:lnTo>
                  <a:lnTo>
                    <a:pt x="511009" y="603897"/>
                  </a:lnTo>
                  <a:lnTo>
                    <a:pt x="511009" y="557796"/>
                  </a:lnTo>
                  <a:lnTo>
                    <a:pt x="496023" y="549554"/>
                  </a:lnTo>
                  <a:lnTo>
                    <a:pt x="498817" y="545833"/>
                  </a:lnTo>
                  <a:lnTo>
                    <a:pt x="502246" y="541286"/>
                  </a:lnTo>
                  <a:lnTo>
                    <a:pt x="506958" y="531990"/>
                  </a:lnTo>
                  <a:lnTo>
                    <a:pt x="509955" y="521843"/>
                  </a:lnTo>
                  <a:lnTo>
                    <a:pt x="511009" y="510984"/>
                  </a:lnTo>
                  <a:lnTo>
                    <a:pt x="506437" y="488416"/>
                  </a:lnTo>
                  <a:lnTo>
                    <a:pt x="498157" y="476148"/>
                  </a:lnTo>
                  <a:lnTo>
                    <a:pt x="493966" y="469950"/>
                  </a:lnTo>
                  <a:lnTo>
                    <a:pt x="487781" y="465785"/>
                  </a:lnTo>
                  <a:lnTo>
                    <a:pt x="487781" y="510984"/>
                  </a:lnTo>
                  <a:lnTo>
                    <a:pt x="485038" y="524548"/>
                  </a:lnTo>
                  <a:lnTo>
                    <a:pt x="477558" y="535622"/>
                  </a:lnTo>
                  <a:lnTo>
                    <a:pt x="466483" y="543102"/>
                  </a:lnTo>
                  <a:lnTo>
                    <a:pt x="463346" y="543737"/>
                  </a:lnTo>
                  <a:lnTo>
                    <a:pt x="463346" y="625411"/>
                  </a:lnTo>
                  <a:lnTo>
                    <a:pt x="452932" y="641032"/>
                  </a:lnTo>
                  <a:lnTo>
                    <a:pt x="442531" y="625411"/>
                  </a:lnTo>
                  <a:lnTo>
                    <a:pt x="452932" y="594169"/>
                  </a:lnTo>
                  <a:lnTo>
                    <a:pt x="463346" y="625411"/>
                  </a:lnTo>
                  <a:lnTo>
                    <a:pt x="463346" y="543737"/>
                  </a:lnTo>
                  <a:lnTo>
                    <a:pt x="420839" y="524548"/>
                  </a:lnTo>
                  <a:lnTo>
                    <a:pt x="418096" y="510984"/>
                  </a:lnTo>
                  <a:lnTo>
                    <a:pt x="420839" y="497446"/>
                  </a:lnTo>
                  <a:lnTo>
                    <a:pt x="428307" y="486371"/>
                  </a:lnTo>
                  <a:lnTo>
                    <a:pt x="439381" y="478891"/>
                  </a:lnTo>
                  <a:lnTo>
                    <a:pt x="452932" y="476148"/>
                  </a:lnTo>
                  <a:lnTo>
                    <a:pt x="466483" y="478891"/>
                  </a:lnTo>
                  <a:lnTo>
                    <a:pt x="477558" y="486371"/>
                  </a:lnTo>
                  <a:lnTo>
                    <a:pt x="485038" y="497446"/>
                  </a:lnTo>
                  <a:lnTo>
                    <a:pt x="487781" y="510984"/>
                  </a:lnTo>
                  <a:lnTo>
                    <a:pt x="487781" y="465785"/>
                  </a:lnTo>
                  <a:lnTo>
                    <a:pt x="475513" y="457492"/>
                  </a:lnTo>
                  <a:lnTo>
                    <a:pt x="452932" y="452920"/>
                  </a:lnTo>
                  <a:lnTo>
                    <a:pt x="430352" y="457492"/>
                  </a:lnTo>
                  <a:lnTo>
                    <a:pt x="411886" y="469950"/>
                  </a:lnTo>
                  <a:lnTo>
                    <a:pt x="399427" y="488416"/>
                  </a:lnTo>
                  <a:lnTo>
                    <a:pt x="394868" y="510984"/>
                  </a:lnTo>
                  <a:lnTo>
                    <a:pt x="395909" y="521843"/>
                  </a:lnTo>
                  <a:lnTo>
                    <a:pt x="398894" y="531990"/>
                  </a:lnTo>
                  <a:lnTo>
                    <a:pt x="403618" y="541286"/>
                  </a:lnTo>
                  <a:lnTo>
                    <a:pt x="409854" y="549554"/>
                  </a:lnTo>
                  <a:lnTo>
                    <a:pt x="394500" y="557974"/>
                  </a:lnTo>
                  <a:lnTo>
                    <a:pt x="382409" y="570407"/>
                  </a:lnTo>
                  <a:lnTo>
                    <a:pt x="374484" y="586003"/>
                  </a:lnTo>
                  <a:lnTo>
                    <a:pt x="371640" y="603897"/>
                  </a:lnTo>
                  <a:lnTo>
                    <a:pt x="371640" y="714844"/>
                  </a:lnTo>
                  <a:lnTo>
                    <a:pt x="376847" y="720039"/>
                  </a:lnTo>
                  <a:lnTo>
                    <a:pt x="529031" y="720039"/>
                  </a:lnTo>
                  <a:lnTo>
                    <a:pt x="534225" y="714844"/>
                  </a:lnTo>
                  <a:lnTo>
                    <a:pt x="534225" y="696810"/>
                  </a:lnTo>
                  <a:lnTo>
                    <a:pt x="534225" y="603897"/>
                  </a:lnTo>
                  <a:close/>
                </a:path>
                <a:path w="720090" h="720089">
                  <a:moveTo>
                    <a:pt x="720039" y="34836"/>
                  </a:moveTo>
                  <a:lnTo>
                    <a:pt x="698754" y="2743"/>
                  </a:lnTo>
                  <a:lnTo>
                    <a:pt x="696810" y="2362"/>
                  </a:lnTo>
                  <a:lnTo>
                    <a:pt x="696810" y="28435"/>
                  </a:lnTo>
                  <a:lnTo>
                    <a:pt x="696810" y="319976"/>
                  </a:lnTo>
                  <a:lnTo>
                    <a:pt x="691603" y="325183"/>
                  </a:lnTo>
                  <a:lnTo>
                    <a:pt x="415988" y="325183"/>
                  </a:lnTo>
                  <a:lnTo>
                    <a:pt x="413918" y="325755"/>
                  </a:lnTo>
                  <a:lnTo>
                    <a:pt x="330174" y="376008"/>
                  </a:lnTo>
                  <a:lnTo>
                    <a:pt x="348983" y="338391"/>
                  </a:lnTo>
                  <a:lnTo>
                    <a:pt x="348780" y="334111"/>
                  </a:lnTo>
                  <a:lnTo>
                    <a:pt x="344551" y="327266"/>
                  </a:lnTo>
                  <a:lnTo>
                    <a:pt x="340829" y="325183"/>
                  </a:lnTo>
                  <a:lnTo>
                    <a:pt x="295554" y="325183"/>
                  </a:lnTo>
                  <a:lnTo>
                    <a:pt x="290334" y="319976"/>
                  </a:lnTo>
                  <a:lnTo>
                    <a:pt x="290334" y="28435"/>
                  </a:lnTo>
                  <a:lnTo>
                    <a:pt x="295554" y="23228"/>
                  </a:lnTo>
                  <a:lnTo>
                    <a:pt x="691603" y="23228"/>
                  </a:lnTo>
                  <a:lnTo>
                    <a:pt x="696810" y="28435"/>
                  </a:lnTo>
                  <a:lnTo>
                    <a:pt x="696810" y="2362"/>
                  </a:lnTo>
                  <a:lnTo>
                    <a:pt x="685203" y="0"/>
                  </a:lnTo>
                  <a:lnTo>
                    <a:pt x="301955" y="0"/>
                  </a:lnTo>
                  <a:lnTo>
                    <a:pt x="288404" y="2743"/>
                  </a:lnTo>
                  <a:lnTo>
                    <a:pt x="277329" y="10210"/>
                  </a:lnTo>
                  <a:lnTo>
                    <a:pt x="269849" y="21285"/>
                  </a:lnTo>
                  <a:lnTo>
                    <a:pt x="267106" y="34836"/>
                  </a:lnTo>
                  <a:lnTo>
                    <a:pt x="267106" y="313563"/>
                  </a:lnTo>
                  <a:lnTo>
                    <a:pt x="269849" y="327113"/>
                  </a:lnTo>
                  <a:lnTo>
                    <a:pt x="277329" y="338188"/>
                  </a:lnTo>
                  <a:lnTo>
                    <a:pt x="288404" y="345668"/>
                  </a:lnTo>
                  <a:lnTo>
                    <a:pt x="301955" y="348411"/>
                  </a:lnTo>
                  <a:lnTo>
                    <a:pt x="318008" y="348411"/>
                  </a:lnTo>
                  <a:lnTo>
                    <a:pt x="289255" y="405892"/>
                  </a:lnTo>
                  <a:lnTo>
                    <a:pt x="290283" y="411492"/>
                  </a:lnTo>
                  <a:lnTo>
                    <a:pt x="296265" y="417029"/>
                  </a:lnTo>
                  <a:lnTo>
                    <a:pt x="299097" y="418096"/>
                  </a:lnTo>
                  <a:lnTo>
                    <a:pt x="304012" y="418096"/>
                  </a:lnTo>
                  <a:lnTo>
                    <a:pt x="306070" y="417550"/>
                  </a:lnTo>
                  <a:lnTo>
                    <a:pt x="375310" y="376008"/>
                  </a:lnTo>
                  <a:lnTo>
                    <a:pt x="421309" y="348411"/>
                  </a:lnTo>
                  <a:lnTo>
                    <a:pt x="685203" y="348411"/>
                  </a:lnTo>
                  <a:lnTo>
                    <a:pt x="698754" y="345668"/>
                  </a:lnTo>
                  <a:lnTo>
                    <a:pt x="709828" y="338188"/>
                  </a:lnTo>
                  <a:lnTo>
                    <a:pt x="717194" y="327266"/>
                  </a:lnTo>
                  <a:lnTo>
                    <a:pt x="717296" y="327113"/>
                  </a:lnTo>
                  <a:lnTo>
                    <a:pt x="720039" y="313563"/>
                  </a:lnTo>
                  <a:lnTo>
                    <a:pt x="720039" y="34836"/>
                  </a:lnTo>
                  <a:close/>
                </a:path>
                <a:path w="720090" h="720089">
                  <a:moveTo>
                    <a:pt x="720051" y="603910"/>
                  </a:moveTo>
                  <a:lnTo>
                    <a:pt x="697179" y="557974"/>
                  </a:lnTo>
                  <a:lnTo>
                    <a:pt x="696823" y="557784"/>
                  </a:lnTo>
                  <a:lnTo>
                    <a:pt x="696823" y="603910"/>
                  </a:lnTo>
                  <a:lnTo>
                    <a:pt x="696823" y="696810"/>
                  </a:lnTo>
                  <a:lnTo>
                    <a:pt x="580682" y="696810"/>
                  </a:lnTo>
                  <a:lnTo>
                    <a:pt x="580682" y="603910"/>
                  </a:lnTo>
                  <a:lnTo>
                    <a:pt x="583425" y="590359"/>
                  </a:lnTo>
                  <a:lnTo>
                    <a:pt x="590892" y="579272"/>
                  </a:lnTo>
                  <a:lnTo>
                    <a:pt x="601967" y="571804"/>
                  </a:lnTo>
                  <a:lnTo>
                    <a:pt x="615518" y="569061"/>
                  </a:lnTo>
                  <a:lnTo>
                    <a:pt x="622630" y="569061"/>
                  </a:lnTo>
                  <a:lnTo>
                    <a:pt x="603364" y="626872"/>
                  </a:lnTo>
                  <a:lnTo>
                    <a:pt x="603859" y="630593"/>
                  </a:lnTo>
                  <a:lnTo>
                    <a:pt x="605866" y="633577"/>
                  </a:lnTo>
                  <a:lnTo>
                    <a:pt x="631253" y="671652"/>
                  </a:lnTo>
                  <a:lnTo>
                    <a:pt x="634873" y="673595"/>
                  </a:lnTo>
                  <a:lnTo>
                    <a:pt x="642632" y="673595"/>
                  </a:lnTo>
                  <a:lnTo>
                    <a:pt x="646252" y="671652"/>
                  </a:lnTo>
                  <a:lnTo>
                    <a:pt x="666661" y="641032"/>
                  </a:lnTo>
                  <a:lnTo>
                    <a:pt x="673620" y="630593"/>
                  </a:lnTo>
                  <a:lnTo>
                    <a:pt x="674128" y="626872"/>
                  </a:lnTo>
                  <a:lnTo>
                    <a:pt x="663232" y="594169"/>
                  </a:lnTo>
                  <a:lnTo>
                    <a:pt x="654875" y="569061"/>
                  </a:lnTo>
                  <a:lnTo>
                    <a:pt x="661974" y="569061"/>
                  </a:lnTo>
                  <a:lnTo>
                    <a:pt x="675525" y="571804"/>
                  </a:lnTo>
                  <a:lnTo>
                    <a:pt x="686600" y="579272"/>
                  </a:lnTo>
                  <a:lnTo>
                    <a:pt x="694080" y="590359"/>
                  </a:lnTo>
                  <a:lnTo>
                    <a:pt x="696823" y="603910"/>
                  </a:lnTo>
                  <a:lnTo>
                    <a:pt x="696823" y="557784"/>
                  </a:lnTo>
                  <a:lnTo>
                    <a:pt x="681837" y="549567"/>
                  </a:lnTo>
                  <a:lnTo>
                    <a:pt x="684644" y="545833"/>
                  </a:lnTo>
                  <a:lnTo>
                    <a:pt x="688060" y="541286"/>
                  </a:lnTo>
                  <a:lnTo>
                    <a:pt x="692785" y="531990"/>
                  </a:lnTo>
                  <a:lnTo>
                    <a:pt x="695769" y="521843"/>
                  </a:lnTo>
                  <a:lnTo>
                    <a:pt x="696823" y="510997"/>
                  </a:lnTo>
                  <a:lnTo>
                    <a:pt x="692251" y="488416"/>
                  </a:lnTo>
                  <a:lnTo>
                    <a:pt x="683983" y="476161"/>
                  </a:lnTo>
                  <a:lnTo>
                    <a:pt x="679792" y="469950"/>
                  </a:lnTo>
                  <a:lnTo>
                    <a:pt x="673595" y="465785"/>
                  </a:lnTo>
                  <a:lnTo>
                    <a:pt x="673595" y="510997"/>
                  </a:lnTo>
                  <a:lnTo>
                    <a:pt x="670852" y="524548"/>
                  </a:lnTo>
                  <a:lnTo>
                    <a:pt x="663371" y="535622"/>
                  </a:lnTo>
                  <a:lnTo>
                    <a:pt x="652297" y="543090"/>
                  </a:lnTo>
                  <a:lnTo>
                    <a:pt x="649160" y="543737"/>
                  </a:lnTo>
                  <a:lnTo>
                    <a:pt x="649160" y="625411"/>
                  </a:lnTo>
                  <a:lnTo>
                    <a:pt x="638746" y="641032"/>
                  </a:lnTo>
                  <a:lnTo>
                    <a:pt x="628345" y="625411"/>
                  </a:lnTo>
                  <a:lnTo>
                    <a:pt x="638746" y="594169"/>
                  </a:lnTo>
                  <a:lnTo>
                    <a:pt x="649160" y="625411"/>
                  </a:lnTo>
                  <a:lnTo>
                    <a:pt x="649160" y="543737"/>
                  </a:lnTo>
                  <a:lnTo>
                    <a:pt x="606653" y="524548"/>
                  </a:lnTo>
                  <a:lnTo>
                    <a:pt x="603910" y="510997"/>
                  </a:lnTo>
                  <a:lnTo>
                    <a:pt x="606653" y="497446"/>
                  </a:lnTo>
                  <a:lnTo>
                    <a:pt x="614121" y="486371"/>
                  </a:lnTo>
                  <a:lnTo>
                    <a:pt x="625195" y="478904"/>
                  </a:lnTo>
                  <a:lnTo>
                    <a:pt x="638746" y="476161"/>
                  </a:lnTo>
                  <a:lnTo>
                    <a:pt x="652297" y="478904"/>
                  </a:lnTo>
                  <a:lnTo>
                    <a:pt x="663371" y="486371"/>
                  </a:lnTo>
                  <a:lnTo>
                    <a:pt x="670852" y="497446"/>
                  </a:lnTo>
                  <a:lnTo>
                    <a:pt x="673595" y="510997"/>
                  </a:lnTo>
                  <a:lnTo>
                    <a:pt x="673595" y="465785"/>
                  </a:lnTo>
                  <a:lnTo>
                    <a:pt x="661327" y="457504"/>
                  </a:lnTo>
                  <a:lnTo>
                    <a:pt x="638746" y="452932"/>
                  </a:lnTo>
                  <a:lnTo>
                    <a:pt x="616165" y="457504"/>
                  </a:lnTo>
                  <a:lnTo>
                    <a:pt x="597700" y="469950"/>
                  </a:lnTo>
                  <a:lnTo>
                    <a:pt x="585254" y="488416"/>
                  </a:lnTo>
                  <a:lnTo>
                    <a:pt x="580682" y="510997"/>
                  </a:lnTo>
                  <a:lnTo>
                    <a:pt x="581723" y="521843"/>
                  </a:lnTo>
                  <a:lnTo>
                    <a:pt x="584720" y="531990"/>
                  </a:lnTo>
                  <a:lnTo>
                    <a:pt x="589445" y="541286"/>
                  </a:lnTo>
                  <a:lnTo>
                    <a:pt x="595668" y="549567"/>
                  </a:lnTo>
                  <a:lnTo>
                    <a:pt x="580313" y="557974"/>
                  </a:lnTo>
                  <a:lnTo>
                    <a:pt x="568223" y="570407"/>
                  </a:lnTo>
                  <a:lnTo>
                    <a:pt x="560298" y="586003"/>
                  </a:lnTo>
                  <a:lnTo>
                    <a:pt x="557453" y="603910"/>
                  </a:lnTo>
                  <a:lnTo>
                    <a:pt x="557453" y="714857"/>
                  </a:lnTo>
                  <a:lnTo>
                    <a:pt x="562660" y="720039"/>
                  </a:lnTo>
                  <a:lnTo>
                    <a:pt x="714844" y="720039"/>
                  </a:lnTo>
                  <a:lnTo>
                    <a:pt x="720051" y="714857"/>
                  </a:lnTo>
                  <a:lnTo>
                    <a:pt x="720051" y="696810"/>
                  </a:lnTo>
                  <a:lnTo>
                    <a:pt x="720051" y="60391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6837" y="4470182"/>
              <a:ext cx="69672" cy="696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09736" y="4493412"/>
              <a:ext cx="220979" cy="23495"/>
            </a:xfrm>
            <a:custGeom>
              <a:avLst/>
              <a:gdLst/>
              <a:ahLst/>
              <a:cxnLst/>
              <a:rect l="l" t="t" r="r" b="b"/>
              <a:pathLst>
                <a:path w="220979" h="23495">
                  <a:moveTo>
                    <a:pt x="220662" y="0"/>
                  </a:moveTo>
                  <a:lnTo>
                    <a:pt x="0" y="0"/>
                  </a:lnTo>
                  <a:lnTo>
                    <a:pt x="0" y="23228"/>
                  </a:lnTo>
                  <a:lnTo>
                    <a:pt x="220662" y="23228"/>
                  </a:lnTo>
                  <a:lnTo>
                    <a:pt x="220662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16837" y="4563092"/>
              <a:ext cx="69672" cy="696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09736" y="4586312"/>
              <a:ext cx="220979" cy="23495"/>
            </a:xfrm>
            <a:custGeom>
              <a:avLst/>
              <a:gdLst/>
              <a:ahLst/>
              <a:cxnLst/>
              <a:rect l="l" t="t" r="r" b="b"/>
              <a:pathLst>
                <a:path w="220979" h="23495">
                  <a:moveTo>
                    <a:pt x="220662" y="0"/>
                  </a:moveTo>
                  <a:lnTo>
                    <a:pt x="0" y="0"/>
                  </a:lnTo>
                  <a:lnTo>
                    <a:pt x="0" y="23228"/>
                  </a:lnTo>
                  <a:lnTo>
                    <a:pt x="220662" y="23228"/>
                  </a:lnTo>
                  <a:lnTo>
                    <a:pt x="220662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6837" y="4656001"/>
              <a:ext cx="69672" cy="6968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09736" y="4679226"/>
              <a:ext cx="220979" cy="23495"/>
            </a:xfrm>
            <a:custGeom>
              <a:avLst/>
              <a:gdLst/>
              <a:ahLst/>
              <a:cxnLst/>
              <a:rect l="l" t="t" r="r" b="b"/>
              <a:pathLst>
                <a:path w="220979" h="23495">
                  <a:moveTo>
                    <a:pt x="220662" y="0"/>
                  </a:moveTo>
                  <a:lnTo>
                    <a:pt x="0" y="0"/>
                  </a:lnTo>
                  <a:lnTo>
                    <a:pt x="0" y="23228"/>
                  </a:lnTo>
                  <a:lnTo>
                    <a:pt x="220662" y="23228"/>
                  </a:lnTo>
                  <a:lnTo>
                    <a:pt x="220662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1907" y="4423463"/>
            <a:ext cx="1056792" cy="720090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Habits</a:t>
            </a:r>
            <a:r>
              <a:rPr dirty="0" spc="-135"/>
              <a:t> </a:t>
            </a:r>
            <a:r>
              <a:rPr dirty="0"/>
              <a:t>of</a:t>
            </a:r>
            <a:r>
              <a:rPr dirty="0" spc="-135"/>
              <a:t> </a:t>
            </a:r>
            <a:r>
              <a:rPr dirty="0"/>
              <a:t>Great</a:t>
            </a:r>
            <a:r>
              <a:rPr dirty="0" spc="-135"/>
              <a:t> </a:t>
            </a:r>
            <a:r>
              <a:rPr dirty="0" spc="-20"/>
              <a:t>Reps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989591" y="1692474"/>
            <a:ext cx="845819" cy="845819"/>
            <a:chOff x="989591" y="1692474"/>
            <a:chExt cx="845819" cy="845819"/>
          </a:xfrm>
        </p:grpSpPr>
        <p:sp>
          <p:nvSpPr>
            <p:cNvPr id="20" name="object 20"/>
            <p:cNvSpPr/>
            <p:nvPr/>
          </p:nvSpPr>
          <p:spPr>
            <a:xfrm>
              <a:off x="989599" y="1692498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176060" y="0"/>
                  </a:moveTo>
                  <a:lnTo>
                    <a:pt x="130416" y="6007"/>
                  </a:lnTo>
                  <a:lnTo>
                    <a:pt x="87896" y="23622"/>
                  </a:lnTo>
                  <a:lnTo>
                    <a:pt x="51511" y="51511"/>
                  </a:lnTo>
                  <a:lnTo>
                    <a:pt x="23621" y="87896"/>
                  </a:lnTo>
                  <a:lnTo>
                    <a:pt x="6007" y="130416"/>
                  </a:lnTo>
                  <a:lnTo>
                    <a:pt x="0" y="176060"/>
                  </a:lnTo>
                  <a:lnTo>
                    <a:pt x="377" y="187595"/>
                  </a:lnTo>
                  <a:lnTo>
                    <a:pt x="9359" y="232739"/>
                  </a:lnTo>
                  <a:lnTo>
                    <a:pt x="29721" y="274027"/>
                  </a:lnTo>
                  <a:lnTo>
                    <a:pt x="298208" y="547306"/>
                  </a:lnTo>
                  <a:lnTo>
                    <a:pt x="547306" y="298208"/>
                  </a:lnTo>
                  <a:lnTo>
                    <a:pt x="300735" y="51650"/>
                  </a:lnTo>
                  <a:lnTo>
                    <a:pt x="264223" y="23622"/>
                  </a:lnTo>
                  <a:lnTo>
                    <a:pt x="221691" y="6007"/>
                  </a:lnTo>
                  <a:lnTo>
                    <a:pt x="176060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87833" y="1692474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69">
                  <a:moveTo>
                    <a:pt x="371246" y="0"/>
                  </a:moveTo>
                  <a:lnTo>
                    <a:pt x="325615" y="6007"/>
                  </a:lnTo>
                  <a:lnTo>
                    <a:pt x="283083" y="23622"/>
                  </a:lnTo>
                  <a:lnTo>
                    <a:pt x="246570" y="51650"/>
                  </a:lnTo>
                  <a:lnTo>
                    <a:pt x="0" y="298208"/>
                  </a:lnTo>
                  <a:lnTo>
                    <a:pt x="249097" y="547306"/>
                  </a:lnTo>
                  <a:lnTo>
                    <a:pt x="495655" y="300736"/>
                  </a:lnTo>
                  <a:lnTo>
                    <a:pt x="523684" y="264223"/>
                  </a:lnTo>
                  <a:lnTo>
                    <a:pt x="541299" y="221691"/>
                  </a:lnTo>
                  <a:lnTo>
                    <a:pt x="547306" y="176060"/>
                  </a:lnTo>
                  <a:lnTo>
                    <a:pt x="546928" y="164516"/>
                  </a:lnTo>
                  <a:lnTo>
                    <a:pt x="537946" y="119368"/>
                  </a:lnTo>
                  <a:lnTo>
                    <a:pt x="517587" y="78093"/>
                  </a:lnTo>
                  <a:lnTo>
                    <a:pt x="487449" y="43699"/>
                  </a:lnTo>
                  <a:lnTo>
                    <a:pt x="449233" y="18183"/>
                  </a:lnTo>
                  <a:lnTo>
                    <a:pt x="405647" y="3386"/>
                  </a:lnTo>
                  <a:lnTo>
                    <a:pt x="37124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89584" y="1843188"/>
              <a:ext cx="845819" cy="695325"/>
            </a:xfrm>
            <a:custGeom>
              <a:avLst/>
              <a:gdLst/>
              <a:ahLst/>
              <a:cxnLst/>
              <a:rect l="l" t="t" r="r" b="b"/>
              <a:pathLst>
                <a:path w="845819" h="695325">
                  <a:moveTo>
                    <a:pt x="845540" y="518782"/>
                  </a:moveTo>
                  <a:lnTo>
                    <a:pt x="839533" y="473151"/>
                  </a:lnTo>
                  <a:lnTo>
                    <a:pt x="821918" y="430618"/>
                  </a:lnTo>
                  <a:lnTo>
                    <a:pt x="793889" y="394106"/>
                  </a:lnTo>
                  <a:lnTo>
                    <a:pt x="671855" y="272084"/>
                  </a:lnTo>
                  <a:lnTo>
                    <a:pt x="422757" y="22987"/>
                  </a:lnTo>
                  <a:lnTo>
                    <a:pt x="399783" y="0"/>
                  </a:lnTo>
                  <a:lnTo>
                    <a:pt x="150698" y="249085"/>
                  </a:lnTo>
                  <a:lnTo>
                    <a:pt x="173672" y="272072"/>
                  </a:lnTo>
                  <a:lnTo>
                    <a:pt x="51650" y="394106"/>
                  </a:lnTo>
                  <a:lnTo>
                    <a:pt x="23622" y="430618"/>
                  </a:lnTo>
                  <a:lnTo>
                    <a:pt x="6007" y="473151"/>
                  </a:lnTo>
                  <a:lnTo>
                    <a:pt x="0" y="518782"/>
                  </a:lnTo>
                  <a:lnTo>
                    <a:pt x="381" y="530326"/>
                  </a:lnTo>
                  <a:lnTo>
                    <a:pt x="9359" y="575475"/>
                  </a:lnTo>
                  <a:lnTo>
                    <a:pt x="29718" y="616750"/>
                  </a:lnTo>
                  <a:lnTo>
                    <a:pt x="59855" y="651141"/>
                  </a:lnTo>
                  <a:lnTo>
                    <a:pt x="98069" y="676656"/>
                  </a:lnTo>
                  <a:lnTo>
                    <a:pt x="141655" y="691451"/>
                  </a:lnTo>
                  <a:lnTo>
                    <a:pt x="176060" y="694842"/>
                  </a:lnTo>
                  <a:lnTo>
                    <a:pt x="187591" y="694461"/>
                  </a:lnTo>
                  <a:lnTo>
                    <a:pt x="232740" y="685482"/>
                  </a:lnTo>
                  <a:lnTo>
                    <a:pt x="274027" y="665124"/>
                  </a:lnTo>
                  <a:lnTo>
                    <a:pt x="422770" y="521169"/>
                  </a:lnTo>
                  <a:lnTo>
                    <a:pt x="544804" y="643191"/>
                  </a:lnTo>
                  <a:lnTo>
                    <a:pt x="581317" y="671220"/>
                  </a:lnTo>
                  <a:lnTo>
                    <a:pt x="623849" y="688835"/>
                  </a:lnTo>
                  <a:lnTo>
                    <a:pt x="669480" y="694842"/>
                  </a:lnTo>
                  <a:lnTo>
                    <a:pt x="681024" y="694474"/>
                  </a:lnTo>
                  <a:lnTo>
                    <a:pt x="726173" y="685482"/>
                  </a:lnTo>
                  <a:lnTo>
                    <a:pt x="767448" y="665124"/>
                  </a:lnTo>
                  <a:lnTo>
                    <a:pt x="801839" y="634987"/>
                  </a:lnTo>
                  <a:lnTo>
                    <a:pt x="827354" y="596773"/>
                  </a:lnTo>
                  <a:lnTo>
                    <a:pt x="842149" y="553186"/>
                  </a:lnTo>
                  <a:lnTo>
                    <a:pt x="845159" y="530326"/>
                  </a:lnTo>
                  <a:lnTo>
                    <a:pt x="845540" y="518782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0" y="1"/>
            <a:ext cx="14536419" cy="948690"/>
            <a:chOff x="0" y="1"/>
            <a:chExt cx="14536419" cy="948690"/>
          </a:xfrm>
        </p:grpSpPr>
        <p:sp>
          <p:nvSpPr>
            <p:cNvPr id="24" name="object 24"/>
            <p:cNvSpPr/>
            <p:nvPr/>
          </p:nvSpPr>
          <p:spPr>
            <a:xfrm>
              <a:off x="0" y="12"/>
              <a:ext cx="14536419" cy="948690"/>
            </a:xfrm>
            <a:custGeom>
              <a:avLst/>
              <a:gdLst/>
              <a:ahLst/>
              <a:cxnLst/>
              <a:rect l="l" t="t" r="r" b="b"/>
              <a:pathLst>
                <a:path w="14536419" h="948690">
                  <a:moveTo>
                    <a:pt x="14536166" y="474192"/>
                  </a:moveTo>
                  <a:lnTo>
                    <a:pt x="14532039" y="412686"/>
                  </a:lnTo>
                  <a:lnTo>
                    <a:pt x="14519923" y="351853"/>
                  </a:lnTo>
                  <a:lnTo>
                    <a:pt x="14499971" y="293052"/>
                  </a:lnTo>
                  <a:lnTo>
                    <a:pt x="14472501" y="237363"/>
                  </a:lnTo>
                  <a:lnTo>
                    <a:pt x="14438008" y="185724"/>
                  </a:lnTo>
                  <a:lnTo>
                    <a:pt x="14397063" y="139039"/>
                  </a:lnTo>
                  <a:lnTo>
                    <a:pt x="14350378" y="98094"/>
                  </a:lnTo>
                  <a:lnTo>
                    <a:pt x="14298740" y="63601"/>
                  </a:lnTo>
                  <a:lnTo>
                    <a:pt x="14243050" y="36131"/>
                  </a:lnTo>
                  <a:lnTo>
                    <a:pt x="14184249" y="16179"/>
                  </a:lnTo>
                  <a:lnTo>
                    <a:pt x="14123353" y="4051"/>
                  </a:lnTo>
                  <a:lnTo>
                    <a:pt x="14061415" y="0"/>
                  </a:lnTo>
                  <a:lnTo>
                    <a:pt x="12650242" y="0"/>
                  </a:lnTo>
                  <a:lnTo>
                    <a:pt x="11239068" y="0"/>
                  </a:lnTo>
                  <a:lnTo>
                    <a:pt x="9827895" y="0"/>
                  </a:lnTo>
                  <a:lnTo>
                    <a:pt x="0" y="0"/>
                  </a:lnTo>
                  <a:lnTo>
                    <a:pt x="0" y="948385"/>
                  </a:lnTo>
                  <a:lnTo>
                    <a:pt x="9827831" y="948385"/>
                  </a:lnTo>
                  <a:lnTo>
                    <a:pt x="11239005" y="948385"/>
                  </a:lnTo>
                  <a:lnTo>
                    <a:pt x="12650178" y="948385"/>
                  </a:lnTo>
                  <a:lnTo>
                    <a:pt x="14061351" y="948385"/>
                  </a:lnTo>
                  <a:lnTo>
                    <a:pt x="14092454" y="947369"/>
                  </a:lnTo>
                  <a:lnTo>
                    <a:pt x="14153985" y="939266"/>
                  </a:lnTo>
                  <a:lnTo>
                    <a:pt x="14213993" y="923175"/>
                  </a:lnTo>
                  <a:lnTo>
                    <a:pt x="14271333" y="899426"/>
                  </a:lnTo>
                  <a:lnTo>
                    <a:pt x="14325143" y="868362"/>
                  </a:lnTo>
                  <a:lnTo>
                    <a:pt x="14374381" y="830592"/>
                  </a:lnTo>
                  <a:lnTo>
                    <a:pt x="14418310" y="786650"/>
                  </a:lnTo>
                  <a:lnTo>
                    <a:pt x="14456093" y="737412"/>
                  </a:lnTo>
                  <a:lnTo>
                    <a:pt x="14487157" y="683602"/>
                  </a:lnTo>
                  <a:lnTo>
                    <a:pt x="14510906" y="626262"/>
                  </a:lnTo>
                  <a:lnTo>
                    <a:pt x="14526984" y="566267"/>
                  </a:lnTo>
                  <a:lnTo>
                    <a:pt x="14535087" y="504952"/>
                  </a:lnTo>
                  <a:lnTo>
                    <a:pt x="14536166" y="474192"/>
                  </a:lnTo>
                  <a:close/>
                </a:path>
              </a:pathLst>
            </a:custGeom>
            <a:solidFill>
              <a:srgbClr val="F1610F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0" y="1"/>
              <a:ext cx="8891905" cy="948690"/>
            </a:xfrm>
            <a:custGeom>
              <a:avLst/>
              <a:gdLst/>
              <a:ahLst/>
              <a:cxnLst/>
              <a:rect l="l" t="t" r="r" b="b"/>
              <a:pathLst>
                <a:path w="8891905" h="948690">
                  <a:moveTo>
                    <a:pt x="8416726" y="0"/>
                  </a:moveTo>
                  <a:lnTo>
                    <a:pt x="0" y="0"/>
                  </a:lnTo>
                  <a:lnTo>
                    <a:pt x="0" y="948384"/>
                  </a:lnTo>
                  <a:lnTo>
                    <a:pt x="8416667" y="948384"/>
                  </a:lnTo>
                  <a:lnTo>
                    <a:pt x="8447755" y="947368"/>
                  </a:lnTo>
                  <a:lnTo>
                    <a:pt x="8509291" y="939266"/>
                  </a:lnTo>
                  <a:lnTo>
                    <a:pt x="8569300" y="923184"/>
                  </a:lnTo>
                  <a:lnTo>
                    <a:pt x="8626638" y="899433"/>
                  </a:lnTo>
                  <a:lnTo>
                    <a:pt x="8680445" y="868372"/>
                  </a:lnTo>
                  <a:lnTo>
                    <a:pt x="8729686" y="830592"/>
                  </a:lnTo>
                  <a:lnTo>
                    <a:pt x="8773621" y="786658"/>
                  </a:lnTo>
                  <a:lnTo>
                    <a:pt x="8811400" y="737416"/>
                  </a:lnTo>
                  <a:lnTo>
                    <a:pt x="8842461" y="683610"/>
                  </a:lnTo>
                  <a:lnTo>
                    <a:pt x="8866213" y="626272"/>
                  </a:lnTo>
                  <a:lnTo>
                    <a:pt x="8882294" y="566271"/>
                  </a:lnTo>
                  <a:lnTo>
                    <a:pt x="8890396" y="504952"/>
                  </a:lnTo>
                  <a:lnTo>
                    <a:pt x="8891409" y="474192"/>
                  </a:lnTo>
                  <a:lnTo>
                    <a:pt x="8890396" y="443432"/>
                  </a:lnTo>
                  <a:lnTo>
                    <a:pt x="8882294" y="382113"/>
                  </a:lnTo>
                  <a:lnTo>
                    <a:pt x="8866213" y="322112"/>
                  </a:lnTo>
                  <a:lnTo>
                    <a:pt x="8842461" y="264774"/>
                  </a:lnTo>
                  <a:lnTo>
                    <a:pt x="8811400" y="210968"/>
                  </a:lnTo>
                  <a:lnTo>
                    <a:pt x="8773621" y="161726"/>
                  </a:lnTo>
                  <a:lnTo>
                    <a:pt x="8729686" y="117792"/>
                  </a:lnTo>
                  <a:lnTo>
                    <a:pt x="8680445" y="80012"/>
                  </a:lnTo>
                  <a:lnTo>
                    <a:pt x="8626638" y="48946"/>
                  </a:lnTo>
                  <a:lnTo>
                    <a:pt x="8569300" y="25198"/>
                  </a:lnTo>
                  <a:lnTo>
                    <a:pt x="8509291" y="9118"/>
                  </a:lnTo>
                  <a:lnTo>
                    <a:pt x="8447755" y="1017"/>
                  </a:lnTo>
                  <a:lnTo>
                    <a:pt x="8416726" y="0"/>
                  </a:lnTo>
                  <a:close/>
                </a:path>
              </a:pathLst>
            </a:custGeom>
            <a:solidFill>
              <a:srgbClr val="F1610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0" y="1"/>
              <a:ext cx="7482205" cy="948690"/>
            </a:xfrm>
            <a:custGeom>
              <a:avLst/>
              <a:gdLst/>
              <a:ahLst/>
              <a:cxnLst/>
              <a:rect l="l" t="t" r="r" b="b"/>
              <a:pathLst>
                <a:path w="7482205" h="948690">
                  <a:moveTo>
                    <a:pt x="7006904" y="0"/>
                  </a:moveTo>
                  <a:lnTo>
                    <a:pt x="0" y="0"/>
                  </a:lnTo>
                  <a:lnTo>
                    <a:pt x="0" y="948385"/>
                  </a:lnTo>
                  <a:lnTo>
                    <a:pt x="7006889" y="948385"/>
                  </a:lnTo>
                  <a:lnTo>
                    <a:pt x="7037957" y="947368"/>
                  </a:lnTo>
                  <a:lnTo>
                    <a:pt x="7099494" y="939266"/>
                  </a:lnTo>
                  <a:lnTo>
                    <a:pt x="7159502" y="923184"/>
                  </a:lnTo>
                  <a:lnTo>
                    <a:pt x="7216840" y="899433"/>
                  </a:lnTo>
                  <a:lnTo>
                    <a:pt x="7270647" y="868372"/>
                  </a:lnTo>
                  <a:lnTo>
                    <a:pt x="7319888" y="830592"/>
                  </a:lnTo>
                  <a:lnTo>
                    <a:pt x="7363823" y="786658"/>
                  </a:lnTo>
                  <a:lnTo>
                    <a:pt x="7401603" y="737416"/>
                  </a:lnTo>
                  <a:lnTo>
                    <a:pt x="7432663" y="683610"/>
                  </a:lnTo>
                  <a:lnTo>
                    <a:pt x="7456415" y="626272"/>
                  </a:lnTo>
                  <a:lnTo>
                    <a:pt x="7472496" y="566271"/>
                  </a:lnTo>
                  <a:lnTo>
                    <a:pt x="7480598" y="504952"/>
                  </a:lnTo>
                  <a:lnTo>
                    <a:pt x="7481615" y="474192"/>
                  </a:lnTo>
                  <a:lnTo>
                    <a:pt x="7480598" y="443432"/>
                  </a:lnTo>
                  <a:lnTo>
                    <a:pt x="7472496" y="382113"/>
                  </a:lnTo>
                  <a:lnTo>
                    <a:pt x="7456415" y="322112"/>
                  </a:lnTo>
                  <a:lnTo>
                    <a:pt x="7432663" y="264774"/>
                  </a:lnTo>
                  <a:lnTo>
                    <a:pt x="7401603" y="210968"/>
                  </a:lnTo>
                  <a:lnTo>
                    <a:pt x="7363823" y="161726"/>
                  </a:lnTo>
                  <a:lnTo>
                    <a:pt x="7319888" y="117792"/>
                  </a:lnTo>
                  <a:lnTo>
                    <a:pt x="7270647" y="80012"/>
                  </a:lnTo>
                  <a:lnTo>
                    <a:pt x="7216840" y="48946"/>
                  </a:lnTo>
                  <a:lnTo>
                    <a:pt x="7159502" y="25198"/>
                  </a:lnTo>
                  <a:lnTo>
                    <a:pt x="7099494" y="9118"/>
                  </a:lnTo>
                  <a:lnTo>
                    <a:pt x="7037957" y="1017"/>
                  </a:lnTo>
                  <a:lnTo>
                    <a:pt x="7006904" y="0"/>
                  </a:lnTo>
                  <a:close/>
                </a:path>
              </a:pathLst>
            </a:custGeom>
            <a:solidFill>
              <a:srgbClr val="F262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/>
          <p:nvPr/>
        </p:nvSpPr>
        <p:spPr>
          <a:xfrm>
            <a:off x="0" y="9358312"/>
            <a:ext cx="17358995" cy="9525"/>
          </a:xfrm>
          <a:custGeom>
            <a:avLst/>
            <a:gdLst/>
            <a:ahLst/>
            <a:cxnLst/>
            <a:rect l="l" t="t" r="r" b="b"/>
            <a:pathLst>
              <a:path w="17358995" h="9525">
                <a:moveTo>
                  <a:pt x="17358461" y="0"/>
                </a:moveTo>
                <a:lnTo>
                  <a:pt x="0" y="0"/>
                </a:lnTo>
                <a:lnTo>
                  <a:pt x="0" y="9525"/>
                </a:lnTo>
                <a:lnTo>
                  <a:pt x="17358461" y="9525"/>
                </a:lnTo>
                <a:lnTo>
                  <a:pt x="17358461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2026-06-21T12:21:14Z</dcterms:created>
  <dcterms:modified xsi:type="dcterms:W3CDTF">2026-06-21T12:21:14Z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2026-06-21T00:00:00Z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2026-06-21T00:00:00Z</vt:filetime>
  </property>
  <property fmtid="{D5CDD505-2E9C-101B-9397-08002B2CF9AE}" pid="7" name="Producer">
    <vt:lpwstr>Adobe Express</vt:lpwstr>
  </property>
</Properties>
</file>